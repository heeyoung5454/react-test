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Flat 정책 목록을 계층 필터 UI로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데이터 변환 알고리즘 + React Hooks로 상태와 화면 동기화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057400" cy="105156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938528"/>
            <a:ext cx="183794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CJK KR"/>
              </a:rPr>
              <a:t>testData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331720"/>
            <a:ext cx="1764792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flat array
policyId / main / sub / minor / name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331720"/>
            <a:ext cx="1142999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114800" y="1508760"/>
            <a:ext cx="2194560" cy="169164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4528" y="1618488"/>
            <a:ext cx="197510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Noto Sans CJK KR"/>
              </a:rPr>
              <a:t>FilterView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011680"/>
            <a:ext cx="1901952" cy="11247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Tree
Search
Check
Tags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46520" y="2331720"/>
            <a:ext cx="109728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680960" y="1828800"/>
            <a:ext cx="2057400" cy="105156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1938528"/>
            <a:ext cx="183794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Noto Sans CJK KR"/>
              </a:rPr>
              <a:t>TableView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7264" y="2331720"/>
            <a:ext cx="1764792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selected policyId만 표시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5623560" y="3063240"/>
            <a:ext cx="3108960" cy="1371600"/>
          </a:xfrm>
          <a:prstGeom prst="line">
            <a:avLst/>
          </a:prstGeom>
          <a:ln w="2794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51960" y="4343400"/>
            <a:ext cx="292608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4453128"/>
            <a:ext cx="27066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Noto Sans CJK KR"/>
              </a:rPr>
              <a:t>React Hooks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8264" y="4846320"/>
            <a:ext cx="2633472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useState · useMemo · useEffect · useCallback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원본 데이터와 UI 상태를 분리해야 검색·체크·태그가 꼬이지 않음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2971800" cy="96012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27048"/>
            <a:ext cx="27523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CJK KR"/>
              </a:rPr>
              <a:t>계층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1920240"/>
            <a:ext cx="267919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main → sub → minor → name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2971800" cy="96012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1527048"/>
            <a:ext cx="27523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16A34A"/>
                </a:solidFill>
                <a:latin typeface="Noto Sans CJK KR"/>
              </a:rPr>
              <a:t>그룹 체크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1920240"/>
            <a:ext cx="267919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checked / indeterminate / unchecked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2971800" cy="96012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7" y="1527048"/>
            <a:ext cx="27523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CJK KR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1920240"/>
            <a:ext cx="267919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트리 축소 + 하이라이트 + 자동 펼침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34640"/>
            <a:ext cx="2971800" cy="96012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944368"/>
            <a:ext cx="27523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CJK KR"/>
              </a:rPr>
              <a:t>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3337560"/>
            <a:ext cx="267919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선택 결과 요약 + X 해제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2834640"/>
            <a:ext cx="2971800" cy="960120"/>
          </a:xfrm>
          <a:prstGeom prst="roundRect">
            <a:avLst/>
          </a:prstGeom>
          <a:solidFill>
            <a:srgbClr val="CFFAFE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2944368"/>
            <a:ext cx="27523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06B6D4"/>
                </a:solidFill>
                <a:latin typeface="Noto Sans CJK KR"/>
              </a:rPr>
              <a:t>테이블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3337560"/>
            <a:ext cx="267919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선택된 policyId만 남김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2834640"/>
            <a:ext cx="2971800" cy="96012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2167" y="2944368"/>
            <a:ext cx="27523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DC2626"/>
                </a:solidFill>
                <a:latin typeface="Noto Sans CJK KR"/>
              </a:rPr>
              <a:t>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337560"/>
            <a:ext cx="267919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localStorage 복원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3120" y="4800600"/>
            <a:ext cx="2743200" cy="658368"/>
          </a:xfrm>
          <a:prstGeom prst="roundRect">
            <a:avLst/>
          </a:prstGeom>
          <a:solidFill>
            <a:srgbClr val="F3F4F6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12848" y="4910328"/>
            <a:ext cx="25237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4B5563"/>
                </a:solidFill>
                <a:latin typeface="Noto Sans CJK KR"/>
              </a:rPr>
              <a:t>처음 생각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9424" y="5303520"/>
            <a:ext cx="2450592" cy="914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Noto Sans CJK KR"/>
              </a:rPr>
              <a:t>testData 안에 isOpen / isChecked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983480" y="5138928"/>
            <a:ext cx="1554480" cy="0"/>
          </a:xfrm>
          <a:prstGeom prst="line">
            <a:avLst/>
          </a:prstGeom>
          <a:ln w="279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75120" y="4681728"/>
            <a:ext cx="3291840" cy="86868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4791456"/>
            <a:ext cx="30723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6A34A"/>
                </a:solidFill>
                <a:latin typeface="Noto Sans CJK KR"/>
              </a:rPr>
              <a:t>최종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5184648"/>
            <a:ext cx="299923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Noto Sans CJK KR"/>
              </a:rPr>
              <a:t>도메인 데이터는 그대로
UI 상태만 React state로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Flat → Tree: makeTree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flat 배열을 main &gt; sub &gt; minor/name 구조로 변환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1645920" cy="91440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18488"/>
            <a:ext cx="142646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CJK KR"/>
              </a:rPr>
              <a:t>flat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11680"/>
            <a:ext cx="1353312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{ main, sub,
minor, name }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60" y="1965960"/>
            <a:ext cx="73152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46120" y="1417320"/>
            <a:ext cx="1645920" cy="1097280"/>
          </a:xfrm>
          <a:prstGeom prst="roundRect">
            <a:avLst/>
          </a:prstGeom>
          <a:solidFill>
            <a:srgbClr val="CFFAFE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527048"/>
            <a:ext cx="142646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Noto Sans CJK KR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1920240"/>
            <a:ext cx="1353312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main 그룹핑
O(1)에 가깝게 조회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74920" y="1965960"/>
            <a:ext cx="73152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97880" y="1417320"/>
            <a:ext cx="1783080" cy="109728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07608" y="1527048"/>
            <a:ext cx="15636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Noto Sans CJK KR"/>
              </a:rPr>
              <a:t>sub / minor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4184" y="1920240"/>
            <a:ext cx="1490472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없으면 생성
있으면 재사용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63840" y="1965960"/>
            <a:ext cx="73152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0" y="1508760"/>
            <a:ext cx="1965960" cy="91440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96528" y="1618488"/>
            <a:ext cx="174650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Noto Sans CJK KR"/>
              </a:rPr>
              <a:t>leaf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3104" y="2011680"/>
            <a:ext cx="1673351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name + policyId
leafCount =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383280"/>
            <a:ext cx="1920240" cy="30723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Identity &amp; Crypto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05686" y="3863340"/>
            <a:ext cx="1920240" cy="307238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Certificate Manager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651406" y="3690518"/>
            <a:ext cx="223113" cy="32644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296972" y="4343400"/>
            <a:ext cx="1920240" cy="307238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ACM 인증서 만료일 점검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2342692" y="4170578"/>
            <a:ext cx="223114" cy="32644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605686" y="4823460"/>
            <a:ext cx="1920240" cy="307238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IAM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651406" y="3690518"/>
            <a:ext cx="223113" cy="128656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296972" y="5303520"/>
            <a:ext cx="1920240" cy="307238"/>
          </a:xfrm>
          <a:prstGeom prst="roundRect">
            <a:avLst/>
          </a:prstGeom>
          <a:solidFill>
            <a:srgbClr val="EDE9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IAM Configuration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342692" y="5130698"/>
            <a:ext cx="223114" cy="32644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988259" y="5783580"/>
            <a:ext cx="1920240" cy="307238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Noto Sans CJK KR"/>
              </a:rPr>
              <a:t>액세스 키 90일 교체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033979" y="5610758"/>
            <a:ext cx="223113" cy="32644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406640" y="3703320"/>
            <a:ext cx="2926080" cy="96012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7" y="3813048"/>
            <a:ext cx="27066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Noto Sans CJK KR"/>
              </a:rPr>
              <a:t>addCount = DFS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52944" y="4206240"/>
            <a:ext cx="2633472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하위 leaf 개수 합산
UI의 (12), all(12)에 사용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4983480"/>
            <a:ext cx="6007608" cy="310896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CJK KR"/>
              </a:rPr>
              <a:t>useMemo(() =&gt; makeTree(data), [data])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상태 분리: openMap / checkedMap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펼침 상태와 체크 상태는 성격이 다르므로 별도 state로 관리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1508760"/>
            <a:ext cx="3977639" cy="192024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618488"/>
            <a:ext cx="375818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CJK KR"/>
              </a:rPr>
              <a:t>openMap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011680"/>
            <a:ext cx="3685031" cy="1353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"main&gt;sub&gt;minor" → boolean
펼침/접힘 UI 상태
검색 자동 펼침에도 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508760"/>
            <a:ext cx="3977639" cy="19202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87768" y="1618488"/>
            <a:ext cx="375818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Noto Sans CJK KR"/>
              </a:rPr>
              <a:t>checkedMap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4344" y="2011680"/>
            <a:ext cx="3685031" cy="1353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policyId → boolean
leaf 선택 상태
App / localStorage / table과 연결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74920" y="2377440"/>
            <a:ext cx="1920240" cy="0"/>
          </a:xfrm>
          <a:prstGeom prst="line">
            <a:avLst/>
          </a:prstGeom>
          <a:ln w="2794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0" y="2057400"/>
            <a:ext cx="10972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>
                <a:solidFill>
                  <a:srgbClr val="4B5563"/>
                </a:solidFill>
                <a:latin typeface="Noto Sans CJK KR"/>
              </a:rPr>
              <a:t>서로 독립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4389120"/>
            <a:ext cx="27432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5648" y="4498848"/>
            <a:ext cx="25237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Noto Sans CJK KR"/>
              </a:rPr>
              <a:t>getKey(...labels)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4" y="4892040"/>
            <a:ext cx="245059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["A","B"] → "A&gt;B"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4389120"/>
            <a:ext cx="2560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4498848"/>
            <a:ext cx="234086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Noto Sans CJK KR"/>
              </a:rPr>
              <a:t>setState(prev)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5864" y="4892040"/>
            <a:ext cx="226771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이전 상태 기반 업데이트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4617720"/>
            <a:ext cx="2898648" cy="310896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Noto Sans CJK KR"/>
              </a:rPr>
              <a:t>검색 결과를 지워도 선택은 유지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검색 필터: filteredTree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원본 tree는 유지하고, 화면에 보여줄 부분 트리만 계산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1828800" cy="29260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main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44168" y="1874519"/>
            <a:ext cx="1828800" cy="292608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sub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389888" y="1709928"/>
            <a:ext cx="210312" cy="310896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02536" y="2331720"/>
            <a:ext cx="1828800" cy="292608"/>
          </a:xfrm>
          <a:prstGeom prst="roundRect">
            <a:avLst/>
          </a:prstGeom>
          <a:solidFill>
            <a:srgbClr val="EDE9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minor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048255" y="2167127"/>
            <a:ext cx="210313" cy="310897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60904" y="2788920"/>
            <a:ext cx="1828800" cy="292608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Noto Sans CJK KR"/>
              </a:rPr>
              <a:t>name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706624" y="2624327"/>
            <a:ext cx="210312" cy="310897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344168" y="3246120"/>
            <a:ext cx="1828800" cy="292608"/>
          </a:xfrm>
          <a:prstGeom prst="round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sub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389888" y="1709928"/>
            <a:ext cx="210312" cy="1682496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002536" y="3703320"/>
            <a:ext cx="1828800" cy="292608"/>
          </a:xfrm>
          <a:prstGeom prst="round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name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048255" y="3538727"/>
            <a:ext cx="210313" cy="310897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86200" y="2514600"/>
            <a:ext cx="109728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66360" y="1325880"/>
            <a:ext cx="2057400" cy="21488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1435607"/>
            <a:ext cx="183794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Noto Sans CJK KR"/>
              </a:rPr>
              <a:t>filterNode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2664" y="1828800"/>
            <a:ext cx="1764792" cy="1581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1 leaf 매칭
2 그룹 매칭
3 자식 prune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06640" y="2514600"/>
            <a:ext cx="105156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595360" y="1417320"/>
            <a:ext cx="1828800" cy="292608"/>
          </a:xfrm>
          <a:prstGeom prst="roundRect">
            <a:avLst/>
          </a:prstGeom>
          <a:solidFill>
            <a:srgbClr val="DBEAFE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main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53728" y="1874519"/>
            <a:ext cx="1828800" cy="292608"/>
          </a:xfrm>
          <a:prstGeom prst="roundRect">
            <a:avLst/>
          </a:prstGeom>
          <a:solidFill>
            <a:srgbClr val="CFFAFE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sub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9299448" y="1709928"/>
            <a:ext cx="210312" cy="310896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912096" y="2331720"/>
            <a:ext cx="1828800" cy="292608"/>
          </a:xfrm>
          <a:prstGeom prst="roundRect">
            <a:avLst/>
          </a:prstGeom>
          <a:solidFill>
            <a:srgbClr val="EDE9FE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minor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9957816" y="2167127"/>
            <a:ext cx="210312" cy="310897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570464" y="2788920"/>
            <a:ext cx="1828800" cy="292608"/>
          </a:xfrm>
          <a:prstGeom prst="round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0">
                <a:solidFill>
                  <a:srgbClr val="111827"/>
                </a:solidFill>
                <a:latin typeface="Noto Sans CJK KR"/>
              </a:rPr>
              <a:t>name ✓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0616184" y="2624327"/>
            <a:ext cx="210312" cy="310897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4400" y="4709160"/>
            <a:ext cx="2743200" cy="713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818888"/>
            <a:ext cx="25237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CJK KR"/>
              </a:rPr>
              <a:t>검색어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5212080"/>
            <a:ext cx="2450592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return tree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86200" y="4709160"/>
            <a:ext cx="2743200" cy="713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5928" y="4818888"/>
            <a:ext cx="25237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Noto Sans CJK KR"/>
              </a:rPr>
              <a:t>그룹 label 매칭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2504" y="5212080"/>
            <a:ext cx="2450592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자식 전체 노출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4709160"/>
            <a:ext cx="2743200" cy="713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4818888"/>
            <a:ext cx="25237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16A34A"/>
                </a:solidFill>
                <a:latin typeface="Noto Sans CJK KR"/>
              </a:rPr>
              <a:t>leaf label 매칭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4304" y="5212080"/>
            <a:ext cx="2450592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부모 경로 유지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69080" y="5669280"/>
            <a:ext cx="6163056" cy="310896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CJK KR"/>
              </a:rPr>
              <a:t>useMemo([tree, normalizedSearchValue])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검색 시 자동 펼침: DFS + markPath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filteredTree는 무엇을 보여줄지, openMap은 무엇을 펼칠지 담당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645920" cy="82296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618488"/>
            <a:ext cx="142646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CJK KR"/>
              </a:rPr>
              <a:t>searchValue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011680"/>
            <a:ext cx="13533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"만료일"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1920240"/>
            <a:ext cx="68580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46120" y="1325880"/>
            <a:ext cx="1783080" cy="118872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435607"/>
            <a:ext cx="15636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Noto Sans CJK KR"/>
              </a:rPr>
              <a:t>useEffect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1828800"/>
            <a:ext cx="1490472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[searchValue, tree]
렌더 이후 실행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66360" y="1920240"/>
            <a:ext cx="68580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943600" y="1325880"/>
            <a:ext cx="1737360" cy="118872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1435607"/>
            <a:ext cx="151790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Noto Sans CJK KR"/>
              </a:rPr>
              <a:t>DFS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1828800"/>
            <a:ext cx="1444751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leaf까지 내려가
keyword 검사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18120" y="1920240"/>
            <a:ext cx="68580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595360" y="1325880"/>
            <a:ext cx="2240280" cy="118872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05088" y="1435607"/>
            <a:ext cx="20208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Noto Sans CJK KR"/>
              </a:rPr>
              <a:t>markPath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4" y="1828800"/>
            <a:ext cx="1947672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main
main&gt;sub
main&gt;sub&gt;minor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3931920"/>
            <a:ext cx="2880360" cy="1005840"/>
          </a:xfrm>
          <a:prstGeom prst="roundRect">
            <a:avLst/>
          </a:prstGeom>
          <a:solidFill>
            <a:srgbClr val="CFFAFE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041648"/>
            <a:ext cx="266090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Noto Sans CJK KR"/>
              </a:rPr>
              <a:t>filteredTree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" y="4434840"/>
            <a:ext cx="2587752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검색 결과 데이터
main/sub/minor/name 모두 매칭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7720" y="3931920"/>
            <a:ext cx="2880360" cy="10058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4041648"/>
            <a:ext cx="266090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Noto Sans CJK KR"/>
              </a:rPr>
              <a:t>openMap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4024" y="4434840"/>
            <a:ext cx="2587752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펼칠 경로 저장
leaf 매칭 경로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3931920"/>
            <a:ext cx="251460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5048" y="4041648"/>
            <a:ext cx="22951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Noto Sans CJK KR"/>
              </a:rPr>
              <a:t>렌더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1624" y="4434840"/>
            <a:ext cx="2221992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isSearching || !!openMap[key]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77639" y="4434840"/>
            <a:ext cx="502921" cy="0"/>
          </a:xfrm>
          <a:prstGeom prst="line">
            <a:avLst/>
          </a:prstGeom>
          <a:ln w="2794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35240" y="4434840"/>
            <a:ext cx="502920" cy="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60520" y="5486400"/>
            <a:ext cx="5541264" cy="310896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CJK KR"/>
              </a:rPr>
              <a:t>검색 중에는 isSearching=true라 화면상 자동 펼침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체크박스 트리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checkedMap은 leaf 기준, 그룹 체크는 재귀로 계산/전파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417320"/>
            <a:ext cx="2468880" cy="114300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527048"/>
            <a:ext cx="22494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CJK KR"/>
              </a:rPr>
              <a:t>isChecked(node)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1920240"/>
            <a:ext cx="217627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leaf: checkedMap[id]
그룹: children.every()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417320"/>
            <a:ext cx="2468880" cy="114300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6048" y="1527048"/>
            <a:ext cx="22494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Noto Sans CJK KR"/>
              </a:rPr>
              <a:t>indeterminate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920240"/>
            <a:ext cx="217627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0 &lt; checked children &lt; total
DOM ref로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417320"/>
            <a:ext cx="2468880" cy="114300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87967" y="1527048"/>
            <a:ext cx="22494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Noto Sans CJK KR"/>
              </a:rPr>
              <a:t>handleCheck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4544" y="1920240"/>
            <a:ext cx="217627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그룹 클릭 → DFS
하위 leaf 일괄 변경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20440" y="1993392"/>
            <a:ext cx="114300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498079" y="1993392"/>
            <a:ext cx="1097281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43000" y="3703320"/>
            <a:ext cx="1920240" cy="30723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Compute 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34286" y="4183380"/>
            <a:ext cx="1920240" cy="307238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EC2 ◩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880006" y="4010558"/>
            <a:ext cx="223114" cy="32644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525572" y="4663440"/>
            <a:ext cx="1920240" cy="307238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AWS-EC2-001 ☑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2571292" y="4490618"/>
            <a:ext cx="223114" cy="32644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525572" y="5143500"/>
            <a:ext cx="1920240" cy="307238"/>
          </a:xfrm>
          <a:prstGeom prst="roundRect">
            <a:avLst/>
          </a:prstGeom>
          <a:solidFill>
            <a:srgbClr val="FEE2E2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AWS-EC2-002 □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571292" y="4490618"/>
            <a:ext cx="223114" cy="80650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834286" y="5623560"/>
            <a:ext cx="1920240" cy="307238"/>
          </a:xfrm>
          <a:prstGeom prst="roundRect">
            <a:avLst/>
          </a:prstGeom>
          <a:solidFill>
            <a:srgbClr val="CFF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Lambda ☑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880006" y="4010558"/>
            <a:ext cx="223114" cy="176662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525572" y="6103620"/>
            <a:ext cx="1920240" cy="307238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AWS-LAM-002 ☑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2571292" y="5930798"/>
            <a:ext cx="223114" cy="326441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12280" y="3977639"/>
            <a:ext cx="32918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2008" y="4087368"/>
            <a:ext cx="30723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Noto Sans CJK KR"/>
              </a:rPr>
              <a:t>Controlled 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8584" y="4480559"/>
            <a:ext cx="299923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Noto Sans CJK KR"/>
              </a:rPr>
              <a:t>checked={isChecked(node)}
onChange={handleCheck}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검색 하이라이트: highlightLabel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정규식 없이 indexOf로 매칭 구간을 찾고, 겹침은 merge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2057400" cy="77724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435607"/>
            <a:ext cx="183794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CJK KR"/>
              </a:rPr>
              <a:t>검색어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1828800"/>
            <a:ext cx="1764792" cy="21031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"acm 인증서"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360" y="1709928"/>
            <a:ext cx="77724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94760" y="1325880"/>
            <a:ext cx="2057400" cy="777240"/>
          </a:xfrm>
          <a:prstGeom prst="roundRect">
            <a:avLst/>
          </a:prstGeom>
          <a:solidFill>
            <a:srgbClr val="CFFAFE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4488" y="1435607"/>
            <a:ext cx="183794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Noto Sans CJK KR"/>
              </a:rPr>
              <a:t>토큰화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41064" y="1828800"/>
            <a:ext cx="1764792" cy="21031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["acm", "인증서"]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89320" y="1709928"/>
            <a:ext cx="77724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03720" y="1325880"/>
            <a:ext cx="2057400" cy="7772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3448" y="1435607"/>
            <a:ext cx="183794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Noto Sans CJK KR"/>
              </a:rPr>
              <a:t>indexOf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0024" y="1828800"/>
            <a:ext cx="1764792" cy="21031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모든 매칭 위치 수집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98280" y="1709928"/>
            <a:ext cx="77724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12680" y="1325880"/>
            <a:ext cx="1508760" cy="7772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7" y="1435607"/>
            <a:ext cx="128930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Noto Sans CJK KR"/>
              </a:rPr>
              <a:t>merge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58984" y="1828800"/>
            <a:ext cx="1216151" cy="21031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겹침 제거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474720"/>
            <a:ext cx="98755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52728" y="3584448"/>
            <a:ext cx="965606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>
                <a:solidFill>
                  <a:srgbClr val="111827"/>
                </a:solidFill>
                <a:latin typeface="Noto Sans CJK KR"/>
              </a:rPr>
              <a:t>ACM 인증서 만료일 점검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54480" y="3794760"/>
            <a:ext cx="722376" cy="310896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Noto Sans CJK KR"/>
              </a:rPr>
              <a:t>ACM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76272" y="3794760"/>
            <a:ext cx="722376" cy="310896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Noto Sans CJK KR"/>
              </a:rPr>
              <a:t>인증서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5074920"/>
            <a:ext cx="5394960" cy="658368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55848" y="5184648"/>
            <a:ext cx="517550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Noto Sans CJK KR"/>
              </a:rPr>
              <a:t>문자열 또는 React element 배열 반환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2424" y="5577840"/>
            <a:ext cx="5102352" cy="914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Noto Sans CJK KR"/>
              </a:rPr>
              <a:t>{highlightLabel(label)}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5230368"/>
            <a:ext cx="5074920" cy="310896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DC2626"/>
                </a:solidFill>
                <a:latin typeface="Noto Sans CJK KR"/>
              </a:rPr>
              <a:t>regex 없음 → escape / ReDoS 부담 감소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선택 태그: getTags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전체 선택 그룹은 all 태그로 압축하고, 일부 선택은 leaf 태그로 표시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325880"/>
            <a:ext cx="1828800" cy="29260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Certificate Manager 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27048" y="1783080"/>
            <a:ext cx="1828800" cy="292608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AWS-ACM-001 ☑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572768" y="1618488"/>
            <a:ext cx="210312" cy="310896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527048" y="2240280"/>
            <a:ext cx="1828800" cy="292608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AWS-ACM-002 ☑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572768" y="1618488"/>
            <a:ext cx="210312" cy="768096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" y="2697480"/>
            <a:ext cx="1828800" cy="292608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IAM 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7048" y="3154680"/>
            <a:ext cx="1828800" cy="292608"/>
          </a:xfrm>
          <a:prstGeom prst="roundRect">
            <a:avLst/>
          </a:prstGeom>
          <a:solidFill>
            <a:srgbClr val="DCFCE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AWS-IAM-009 ☑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572768" y="2990088"/>
            <a:ext cx="210312" cy="310896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27048" y="3611880"/>
            <a:ext cx="1828800" cy="292608"/>
          </a:xfrm>
          <a:prstGeom prst="roundRect">
            <a:avLst/>
          </a:prstGeom>
          <a:solidFill>
            <a:srgbClr val="FEE2E2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000" b="1">
                <a:solidFill>
                  <a:srgbClr val="111827"/>
                </a:solidFill>
                <a:latin typeface="Noto Sans CJK KR"/>
              </a:rPr>
              <a:t>AWS-IAM-010 □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572768" y="2990088"/>
            <a:ext cx="210312" cy="768096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9080" y="2423160"/>
            <a:ext cx="1005840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57800" y="1417320"/>
            <a:ext cx="2240280" cy="100584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1527048"/>
            <a:ext cx="20208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7C3AED"/>
                </a:solidFill>
                <a:latin typeface="Noto Sans CJK KR"/>
              </a:rPr>
              <a:t>all 태그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4104" y="1920240"/>
            <a:ext cx="1947672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Noto Sans CJK KR"/>
              </a:rPr>
              <a:t>Certificate Manager : all (2)
policyIds=[001,002]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7800" y="3154680"/>
            <a:ext cx="2240280" cy="1005840"/>
          </a:xfrm>
          <a:prstGeom prst="roundRect">
            <a:avLst/>
          </a:prstGeom>
          <a:solidFill>
            <a:srgbClr val="CFFAFE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3264408"/>
            <a:ext cx="20208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6B6D4"/>
                </a:solidFill>
                <a:latin typeface="Noto Sans CJK KR"/>
              </a:rPr>
              <a:t>leaf 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3657600"/>
            <a:ext cx="1947672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Noto Sans CJK KR"/>
              </a:rPr>
              <a:t>IAM &gt; ... &gt; AWS-IAM-009
policyIds=[009]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26679" y="2423160"/>
            <a:ext cx="914401" cy="0"/>
          </a:xfrm>
          <a:prstGeom prst="line">
            <a:avLst/>
          </a:prstGeom>
          <a:ln w="279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823960" y="1920240"/>
            <a:ext cx="2194560" cy="109728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3688" y="2029968"/>
            <a:ext cx="197510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Noto Sans CJK KR"/>
              </a:rPr>
              <a:t>X 클릭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0264" y="2423160"/>
            <a:ext cx="1901952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handleRemoveTag
묶음 policyIds=false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5257800"/>
            <a:ext cx="5385816" cy="310896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16A34A"/>
                </a:solidFill>
                <a:latin typeface="Noto Sans CJK KR"/>
              </a:rPr>
              <a:t>중복 태그 방지: all 태그를 만들면 하위로 내려가지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App 연동: 상태 끌어올리기 + localStorage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FilterView의 선택 결과가 App을 거쳐 TableView와 저장소에 동기화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1920240" cy="91440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1408"/>
            <a:ext cx="17007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CJK KR"/>
              </a:rPr>
              <a:t>FilterView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514600"/>
            <a:ext cx="1627632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checkedMap
↓
onChange(ids)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468880"/>
            <a:ext cx="1005839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86200" y="1645920"/>
            <a:ext cx="2331720" cy="164592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5928" y="1755648"/>
            <a:ext cx="211226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Noto Sans CJK KR"/>
              </a:rPr>
              <a:t>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504" y="2148840"/>
            <a:ext cx="2039112" cy="1078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handleFilterChange
setCheckedPolicyIds
setTableData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6355080" y="1325880"/>
            <a:ext cx="1051560" cy="82296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355080" y="2788920"/>
            <a:ext cx="1051560" cy="868680"/>
          </a:xfrm>
          <a:prstGeom prst="line">
            <a:avLst/>
          </a:prstGeom>
          <a:ln w="2794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43800" y="868680"/>
            <a:ext cx="2331720" cy="91440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7" y="978407"/>
            <a:ext cx="211226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Noto Sans CJK KR"/>
              </a:rPr>
              <a:t>localStorage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0104" y="1371600"/>
            <a:ext cx="2039112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새로고침 후 복원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3246120"/>
            <a:ext cx="2331720" cy="914400"/>
          </a:xfrm>
          <a:prstGeom prst="roundRect">
            <a:avLst/>
          </a:prstGeom>
          <a:solidFill>
            <a:srgbClr val="CFFAFE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7" y="3355848"/>
            <a:ext cx="211226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Noto Sans CJK KR"/>
              </a:rPr>
              <a:t>TableView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0104" y="3749039"/>
            <a:ext cx="2039112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선택된 policyId만 표시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4023360"/>
            <a:ext cx="5074920" cy="310896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CJK KR"/>
              </a:rPr>
              <a:t>useCallback(handleFilterChange)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4434840"/>
            <a:ext cx="3364992" cy="310896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Noto Sans CJK KR"/>
              </a:rPr>
              <a:t>자식 useEffect 의존성 안정화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4983480"/>
            <a:ext cx="3675888" cy="310896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16A34A"/>
                </a:solidFill>
                <a:latin typeface="Noto Sans CJK KR"/>
              </a:rPr>
              <a:t>선택 0개 → 전체 testData 복원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테스트로 검증한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알고리즘 단위보다 사용자 흐름을 우선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1691640" cy="105156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075688"/>
            <a:ext cx="14721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CJK KR"/>
              </a:rPr>
              <a:t>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468880"/>
            <a:ext cx="1399032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input 입력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2487168"/>
            <a:ext cx="365760" cy="0"/>
          </a:xfrm>
          <a:prstGeom prst="line">
            <a:avLst/>
          </a:prstGeom>
          <a:ln w="2794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017520" y="1965960"/>
            <a:ext cx="1691640" cy="105156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27248" y="2075688"/>
            <a:ext cx="14721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Noto Sans CJK KR"/>
              </a:rPr>
              <a:t>선택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3824" y="2468880"/>
            <a:ext cx="1399032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leaf 체크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00600" y="2487168"/>
            <a:ext cx="365760" cy="0"/>
          </a:xfrm>
          <a:prstGeom prst="line">
            <a:avLst/>
          </a:prstGeom>
          <a:ln w="2794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257800" y="1965960"/>
            <a:ext cx="1691640" cy="105156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075688"/>
            <a:ext cx="14721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Noto Sans CJK KR"/>
              </a:rPr>
              <a:t>동기화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4104" y="2468880"/>
            <a:ext cx="1399032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태그 + 테이블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2487168"/>
            <a:ext cx="365760" cy="0"/>
          </a:xfrm>
          <a:prstGeom prst="line">
            <a:avLst/>
          </a:prstGeom>
          <a:ln w="2794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98080" y="1965960"/>
            <a:ext cx="1691640" cy="105156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7808" y="2075688"/>
            <a:ext cx="14721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Noto Sans CJK KR"/>
              </a:rPr>
              <a:t>해제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4" y="2468880"/>
            <a:ext cx="1399032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태그 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81160" y="2487168"/>
            <a:ext cx="365760" cy="0"/>
          </a:xfrm>
          <a:prstGeom prst="line">
            <a:avLst/>
          </a:prstGeom>
          <a:ln w="2794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38360" y="1965960"/>
            <a:ext cx="1691640" cy="105156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8088" y="2075688"/>
            <a:ext cx="14721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Noto Sans CJK KR"/>
              </a:rPr>
              <a:t>복원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4664" y="2468880"/>
            <a:ext cx="1399032" cy="48463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localStorage 재마운트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4160520"/>
            <a:ext cx="27432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75688" y="4270248"/>
            <a:ext cx="25237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CJK KR"/>
              </a:rPr>
              <a:t>검증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12264" y="4663440"/>
            <a:ext cx="245059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검색 → leaf 선택 → 필터링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4160520"/>
            <a:ext cx="27432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0328" y="4270248"/>
            <a:ext cx="25237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DC2626"/>
                </a:solidFill>
                <a:latin typeface="Noto Sans CJK KR"/>
              </a:rPr>
              <a:t>검증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46904" y="4663440"/>
            <a:ext cx="245059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태그 X → 선택 해제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4160520"/>
            <a:ext cx="27432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44967" y="4270248"/>
            <a:ext cx="252374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6A34A"/>
                </a:solidFill>
                <a:latin typeface="Noto Sans CJK KR"/>
              </a:rPr>
              <a:t>검증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81544" y="4663440"/>
            <a:ext cx="2450592" cy="30175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언마운트/재렌더 → 선택 복원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320040"/>
            <a:ext cx="530352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65176"/>
            <a:ext cx="8686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1">
                <a:solidFill>
                  <a:srgbClr val="111827"/>
                </a:solidFill>
                <a:latin typeface="Noto Sans CJK KR"/>
              </a:rPr>
              <a:t>설계 한 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713232"/>
            <a:ext cx="9326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Noto Sans CJK KR"/>
              </a:rPr>
              <a:t>원본 데이터, 파생 데이터, UI 상태를 분리하고 재귀로 트리를 다룸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234440"/>
            <a:ext cx="2331720" cy="114300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344168"/>
            <a:ext cx="211226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CJK KR"/>
              </a:rPr>
              <a:t>데이터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1737360"/>
            <a:ext cx="203911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flat 원본
+
makeTree 파생 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234440"/>
            <a:ext cx="2331720" cy="114300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1344168"/>
            <a:ext cx="211226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Noto Sans CJK KR"/>
              </a:rPr>
              <a:t>UI 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8184" y="1737360"/>
            <a:ext cx="203911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openMap
checkedMap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234440"/>
            <a:ext cx="2331720" cy="114300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1344168"/>
            <a:ext cx="211226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Noto Sans CJK KR"/>
              </a:rPr>
              <a:t>재귀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2824" y="1737360"/>
            <a:ext cx="203911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filter / check / tags
DFS / leafCount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1234440"/>
            <a:ext cx="2331720" cy="114300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0888" y="1344168"/>
            <a:ext cx="2112263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Noto Sans CJK KR"/>
              </a:rPr>
              <a:t>React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4" y="1737360"/>
            <a:ext cx="203911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Noto Sans CJK KR"/>
              </a:rPr>
              <a:t>useState · useMemo
useEffect · useCallback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65960" y="2880360"/>
            <a:ext cx="3886200" cy="1097279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00600" y="2880360"/>
            <a:ext cx="1051560" cy="1097279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63640" y="2880360"/>
            <a:ext cx="1371600" cy="1097279"/>
          </a:xfrm>
          <a:prstGeom prst="line">
            <a:avLst/>
          </a:prstGeom>
          <a:ln w="279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263640" y="2880360"/>
            <a:ext cx="4160520" cy="1097279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617720" y="3703320"/>
            <a:ext cx="2834640" cy="1143000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검색과 선택이
서로 꼬이지 않는 구조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5532120"/>
            <a:ext cx="4764024" cy="310896"/>
          </a:xfrm>
          <a:prstGeom prst="roundRect">
            <a:avLst/>
          </a:prstGeom>
          <a:solidFill>
            <a:srgbClr val="CFFAFE"/>
          </a:solidFill>
          <a:ln>
            <a:solidFill>
              <a:srgbClr val="CFF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900" b="1">
                <a:solidFill>
                  <a:srgbClr val="06B6D4"/>
                </a:solidFill>
                <a:latin typeface="Noto Sans CJK KR"/>
              </a:rPr>
              <a:t>Vue 경험을 React Hooks 모델로 옮긴 과제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46520"/>
            <a:ext cx="5029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Noto Sans CJK KR"/>
              </a:rPr>
              <a:t>React 과제 발표 | Flat data → Tree filter → Table sync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