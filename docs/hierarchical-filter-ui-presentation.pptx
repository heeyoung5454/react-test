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94360"/>
            <a:ext cx="1097280" cy="32918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61872"/>
            <a:ext cx="32461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KR"/>
              </a:rPr>
              <a:t>React 과제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57400"/>
            <a:ext cx="3291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93C5FD"/>
                </a:solidFill>
                <a:latin typeface="Noto Sans CJK KR"/>
              </a:rPr>
              <a:t>react-test | AWS 정책 필터링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310896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Noto Sans CJK KR"/>
              </a:rPr>
              <a:t>Flat 정책 목록을 계층 필터 UI로 바꾸고
선택 결과를 테이블과 동기화한 과정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914400"/>
            <a:ext cx="1417320" cy="292608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2563EB"/>
                </a:solidFill>
                <a:latin typeface="Noto Sans CJK KR"/>
              </a:rPr>
              <a:t>Tree Filter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914400"/>
            <a:ext cx="1417320" cy="29260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10B981"/>
                </a:solidFill>
                <a:latin typeface="Noto Sans CJK KR"/>
              </a:rPr>
              <a:t>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914400"/>
            <a:ext cx="1417320" cy="29260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7C3AED"/>
                </a:solidFill>
                <a:latin typeface="Noto Sans CJK KR"/>
              </a:rPr>
              <a:t>Tags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1389888"/>
            <a:ext cx="1417320" cy="292608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F59E0B"/>
                </a:solidFill>
                <a:latin typeface="Noto Sans CJK KR"/>
              </a:rPr>
              <a:t>Table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1389888"/>
            <a:ext cx="1417320" cy="292608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2563EB"/>
                </a:solidFill>
                <a:latin typeface="Noto Sans CJK KR"/>
              </a:rPr>
              <a:t>localStorage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2148840"/>
            <a:ext cx="5989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Noto Sans CJK KR"/>
              </a:rPr>
              <a:t>발표 포인트
요구사항 이해 → 구조 설계 → 알고리즘 구현 → React 문법 연결 →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3703320"/>
            <a:ext cx="1828800" cy="14173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3703320"/>
            <a:ext cx="182880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핵심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4376" y="4270248"/>
            <a:ext cx="1572768" cy="7589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flat 데이터를 tree로 바꾸는 알고리즘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703320"/>
            <a:ext cx="1828800" cy="1417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3703320"/>
            <a:ext cx="182880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핵심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4270248"/>
            <a:ext cx="1572768" cy="7589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검색·체크·태그 상태 설계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3703320"/>
            <a:ext cx="1828800" cy="141732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81160" y="3703320"/>
            <a:ext cx="1828800" cy="39319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핵심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4270248"/>
            <a:ext cx="1572768" cy="7589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App·Table·Storage 동기화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CJK KR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1. 문제 정의와 사용자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flat 정책 목록을 계층 필터로 탐색하고 선택 결과를 표에 반영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1298448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검색어 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65960" y="2093976"/>
            <a:ext cx="283464" cy="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31136" y="1828800"/>
            <a:ext cx="1298448" cy="53035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트리 축소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38728" y="2093976"/>
            <a:ext cx="283463" cy="0"/>
          </a:xfrm>
          <a:prstGeom prst="line">
            <a:avLst/>
          </a:prstGeom>
          <a:ln w="1524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03904" y="1828800"/>
            <a:ext cx="1298448" cy="530352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경로 자동 펼침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11496" y="2093976"/>
            <a:ext cx="283464" cy="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76672" y="1828800"/>
            <a:ext cx="1298448" cy="530352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정책 선택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84264" y="2093976"/>
            <a:ext cx="283464" cy="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49440" y="1828800"/>
            <a:ext cx="1298448" cy="53035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태그 생성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7031" y="2093976"/>
            <a:ext cx="283465" cy="0"/>
          </a:xfrm>
          <a:prstGeom prst="line">
            <a:avLst/>
          </a:prstGeom>
          <a:ln w="1524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522208" y="1828800"/>
            <a:ext cx="1298448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테이블 필터링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829800" y="2093976"/>
            <a:ext cx="283464" cy="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094976" y="1828800"/>
            <a:ext cx="1298448" cy="530352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선택 상태 복원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063240"/>
            <a:ext cx="3383280" cy="2103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3063240"/>
            <a:ext cx="338328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요구사항 관점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" y="3630168"/>
            <a:ext cx="3127248" cy="144475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main → sub → (minor) → name 계층 표시
그룹 체크: 전체 / 일부 / 해제
검색 결과 하이라이트와 자동 open
선택 태그와 TableView 동기화
새로고침 후에도 선택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063240"/>
            <a:ext cx="3383280" cy="2103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34840" y="3063240"/>
            <a:ext cx="3383280" cy="39319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처음 부딪힌 문제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5" y="3630168"/>
            <a:ext cx="3127248" cy="144475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19" b="0">
                <a:solidFill>
                  <a:srgbClr val="020617"/>
                </a:solidFill>
                <a:latin typeface="Noto Sans CJK KR"/>
              </a:rPr>
              <a:t>testData 안에 isOpen/isChecked를 넣으면
원본 데이터와 검색 결과 트리가 갈라짐
검색 중 체크 상태 갱신 경로가 복잡해짐
보여주는 트리와 실제 선택 기준이 엇갈릴 수 있음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3063240"/>
            <a:ext cx="3383280" cy="2103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83879" y="3063240"/>
            <a:ext cx="338328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해결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3630168"/>
            <a:ext cx="3127248" cy="144475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19" b="0">
                <a:solidFill>
                  <a:srgbClr val="020617"/>
                </a:solidFill>
                <a:latin typeface="Noto Sans CJK KR"/>
              </a:rPr>
              <a:t>도메인 데이터는 flat 배열로 유지
트리와 검색 결과는 파생 데이터로 계산
openMap과 checkedMap으로 UI 상태 분리
App이 선택 id와 테이블 데이터를 동기화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Noto Sans CJK KR"/>
              </a:rPr>
              <a:t>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2. 컴포넌트 구조와 데이터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App이 선택 결과를 소유하고 FilterView와 TableView를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05740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testData
flat array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05740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20617"/>
                </a:solidFill>
                <a:latin typeface="Noto Sans CJK KR"/>
              </a:rPr>
              <a:t>makeTree()
렌더링용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22402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020617"/>
                </a:solidFill>
                <a:latin typeface="Noto Sans CJK KR"/>
              </a:rPr>
              <a:t>FilterView
검색 / 체크 / 태그
openMap, checkedMap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828800"/>
            <a:ext cx="2057400" cy="73152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20617"/>
                </a:solidFill>
                <a:latin typeface="Noto Sans CJK KR"/>
              </a:rPr>
              <a:t>TableView
tableData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98064" y="2194560"/>
            <a:ext cx="630936" cy="0"/>
          </a:xfrm>
          <a:prstGeom prst="line">
            <a:avLst/>
          </a:prstGeom>
          <a:ln w="228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41264" y="2194560"/>
            <a:ext cx="630936" cy="0"/>
          </a:xfrm>
          <a:prstGeom prst="line">
            <a:avLst/>
          </a:prstGeom>
          <a:ln w="2286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458200" y="2194560"/>
            <a:ext cx="731520" cy="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4069080"/>
            <a:ext cx="1645920" cy="493776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checkedMap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4069080"/>
            <a:ext cx="1645920" cy="49377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onChange(ids)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3886200"/>
            <a:ext cx="182880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App
checkedPolicyIds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3886200"/>
            <a:ext cx="1783080" cy="84124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localStorage
저장/복원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4069080"/>
            <a:ext cx="1463040" cy="493776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tableData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78608" y="4315968"/>
            <a:ext cx="457200" cy="0"/>
          </a:xfrm>
          <a:prstGeom prst="line">
            <a:avLst/>
          </a:prstGeom>
          <a:ln w="1778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09160" y="4315968"/>
            <a:ext cx="475488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59168" y="4315968"/>
            <a:ext cx="393192" cy="0"/>
          </a:xfrm>
          <a:prstGeom prst="line">
            <a:avLst/>
          </a:prstGeom>
          <a:ln w="1778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81160" y="4315968"/>
            <a:ext cx="429768" cy="0"/>
          </a:xfrm>
          <a:prstGeom prst="line">
            <a:avLst/>
          </a:prstGeom>
          <a:ln w="1778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102352"/>
            <a:ext cx="2606040" cy="29260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7C3AED"/>
                </a:solidFill>
                <a:latin typeface="Noto Sans CJK KR"/>
              </a:rPr>
              <a:t>leaf 단위 policyId가 모든 동기화의 기준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92040" y="5102352"/>
            <a:ext cx="2926080" cy="29260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10B981"/>
                </a:solidFill>
                <a:latin typeface="Noto Sans CJK KR"/>
              </a:rPr>
              <a:t>선택 0개는 필터 없음 → 전체 테이블 복원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CJK KR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3. 알고리즘 ① Flat → Tree: makeTree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테이블 친화적인 원본 데이터를 UI 렌더링에 맞는 계층 구조로 변환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331720" cy="2743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2331720" cy="3931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원본 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350008"/>
            <a:ext cx="2075687" cy="20848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19" b="0">
                <a:solidFill>
                  <a:srgbClr val="020617"/>
                </a:solidFill>
                <a:latin typeface="Noto Sans CJK KR"/>
              </a:rPr>
              <a:t>policyId
main
sub
minor
name
테이블/API 응답에 자연스러운 flat 형태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1600200" cy="932688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30" b="1">
                <a:solidFill>
                  <a:srgbClr val="020617"/>
                </a:solidFill>
                <a:latin typeface="Noto Sans CJK KR"/>
              </a:rPr>
              <a:t>1
main 그룹핑
Map으로 같은 main 객체 재사용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75504" y="2249424"/>
            <a:ext cx="356616" cy="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40679" y="1783080"/>
            <a:ext cx="1600200" cy="932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30" b="1">
                <a:solidFill>
                  <a:srgbClr val="020617"/>
                </a:solidFill>
                <a:latin typeface="Noto Sans CJK KR"/>
              </a:rPr>
              <a:t>2
sub 조회/생성
children에서 찾고 없으면 push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50023" y="2249424"/>
            <a:ext cx="356617" cy="0"/>
          </a:xfrm>
          <a:prstGeom prst="line">
            <a:avLst/>
          </a:prstGeom>
          <a:ln w="1524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199" y="1783080"/>
            <a:ext cx="1600200" cy="93268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30" b="1">
                <a:solidFill>
                  <a:srgbClr val="020617"/>
                </a:solidFill>
                <a:latin typeface="Noto Sans CJK KR"/>
              </a:rPr>
              <a:t>3
minor 분기
minor 있으면 minor 아래 leaf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24544" y="2249424"/>
            <a:ext cx="356615" cy="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89719" y="1783080"/>
            <a:ext cx="1600200" cy="93268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30" b="1">
                <a:solidFill>
                  <a:srgbClr val="020617"/>
                </a:solidFill>
                <a:latin typeface="Noto Sans CJK KR"/>
              </a:rPr>
              <a:t>4
leafCount 계산
DFS로 하위 leaf 개수 합산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3822191"/>
            <a:ext cx="7589520" cy="10424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50" b="1">
                <a:solidFill>
                  <a:srgbClr val="0F172A"/>
                </a:solidFill>
                <a:latin typeface="Noto Sans CJK KR"/>
              </a:rPr>
              <a:t>Tree 결과: main → sub → (minor) → name
Identity &amp; Crypto (4) / Certificate Manager (2) / IAM Configuration (15)처럼 그룹 카운트 표시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166360"/>
            <a:ext cx="507492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166360"/>
            <a:ext cx="507492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React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5733288"/>
            <a:ext cx="4818888" cy="9143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useMemo로 originData가 바뀔 때만 makeTree를 다시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5166360"/>
            <a:ext cx="5074920" cy="7498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80760" y="5166360"/>
            <a:ext cx="507492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설계 이유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6" y="5733288"/>
            <a:ext cx="4818888" cy="9143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원본 데이터는 오염시키지 않고 필터 UI에 필요한 계층만 파생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Noto Sans CJK KR"/>
              </a:rPr>
              <a:t>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4. 알고리즘 ② 상태 분리: openMap / checkedMap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펼침은 경로 단위, 체크는 policyId 단위로 저장해 검색과 선택을 분리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4800600" cy="3108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480060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openMap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0008"/>
            <a:ext cx="4544568" cy="245059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020617"/>
                </a:solidFill>
                <a:latin typeface="Noto Sans CJK KR"/>
              </a:rPr>
              <a:t>키: "main&gt;sub&gt;minor" 경로 문자열
예: Identity &amp; Crypto&gt;IAM&gt;IAM Configuration
의미: 어떤 그룹 노드가 펼쳐져 있는지
사용처: 사용자의 토글, 검색 결과 자동 펼침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783080"/>
            <a:ext cx="4800600" cy="310896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783080"/>
            <a:ext cx="4800600" cy="39319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checkedMap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2350008"/>
            <a:ext cx="4544568" cy="245059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020617"/>
                </a:solidFill>
                <a:latin typeface="Noto Sans CJK KR"/>
              </a:rPr>
              <a:t>키: policyId
예: AWS-IAM-009 → true
의미: 어떤 leaf 정책이 선택되었는지
사용처: 태그 생성, App 전달, localStorage, TableView 필터링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926080"/>
            <a:ext cx="1143000" cy="56692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분리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17720" y="3209544"/>
            <a:ext cx="621792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46520" y="3209544"/>
            <a:ext cx="640080" cy="0"/>
          </a:xfrm>
          <a:prstGeom prst="line">
            <a:avLst/>
          </a:prstGeom>
          <a:ln w="1778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43000" y="5440680"/>
            <a:ext cx="9875520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020617"/>
                </a:solidFill>
                <a:latin typeface="Noto Sans CJK KR"/>
              </a:rPr>
              <a:t>검색 결과 트리(filteredTree)는 보여주기용 파생 데이터이고, 선택 상태는 항상 원본 tree 기준 checkedMap에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Noto Sans CJK KR"/>
              </a:rPr>
              <a:t>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5. 알고리즘 ③ 검색 필터: filterNode 재귀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검색어에 맞는 부분 트리만 반환하고 체크 상태는 변경하지 않음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1600200" cy="53035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node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627632"/>
            <a:ext cx="1828800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20617"/>
                </a:solidFill>
                <a:latin typeface="Noto Sans CJK KR"/>
              </a:rPr>
              <a:t>leaf(name)?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41448" y="2139696"/>
            <a:ext cx="530352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0" y="1417320"/>
            <a:ext cx="2148840" cy="621792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라벨 includes 검색어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864608" y="1737360"/>
            <a:ext cx="576072" cy="201168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1417320"/>
            <a:ext cx="2331720" cy="62179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매칭이면 유지
아니면 null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62672" y="1737360"/>
            <a:ext cx="521207" cy="0"/>
          </a:xfrm>
          <a:prstGeom prst="line">
            <a:avLst/>
          </a:prstGeom>
          <a:ln w="1524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017520" y="3246120"/>
            <a:ext cx="182880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020617"/>
                </a:solidFill>
                <a:latin typeface="Noto Sans CJK KR"/>
              </a:rPr>
              <a:t>중간 노드
라벨 매칭?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2651760"/>
            <a:ext cx="0" cy="548640"/>
          </a:xfrm>
          <a:prstGeom prst="line">
            <a:avLst/>
          </a:prstGeom>
          <a:ln w="1524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86400" y="2907792"/>
            <a:ext cx="214884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020617"/>
                </a:solidFill>
                <a:latin typeface="Noto Sans CJK KR"/>
              </a:rPr>
              <a:t>YES: 자식 전체 노출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864608" y="3236976"/>
            <a:ext cx="576072" cy="329184"/>
          </a:xfrm>
          <a:prstGeom prst="line">
            <a:avLst/>
          </a:prstGeom>
          <a:ln w="1524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0" y="4069080"/>
            <a:ext cx="2148840" cy="786384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50" b="1">
                <a:solidFill>
                  <a:srgbClr val="020617"/>
                </a:solidFill>
                <a:latin typeface="Noto Sans CJK KR"/>
              </a:rPr>
              <a:t>NO: 자식에 filterNode
통과한 자식만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069080"/>
            <a:ext cx="2331720" cy="7863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50" b="1">
                <a:solidFill>
                  <a:srgbClr val="020617"/>
                </a:solidFill>
                <a:latin typeface="Noto Sans CJK KR"/>
              </a:rPr>
              <a:t>부분 트리 반환
children.length &gt; 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62672" y="4462272"/>
            <a:ext cx="521207" cy="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" y="5349240"/>
            <a:ext cx="466344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349240"/>
            <a:ext cx="466344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정규화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916168"/>
            <a:ext cx="4407407" cy="9143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소문자 + 연속 공백 축소 + trim으로 비교 기준 통일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97880" y="5349240"/>
            <a:ext cx="4663440" cy="7498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897880" y="5349240"/>
            <a:ext cx="466344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UX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5896" y="5916168"/>
            <a:ext cx="4407407" cy="9143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부모 라벨이 매칭되면 해당 카테고리 전체를 보여 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Noto Sans CJK KR"/>
              </a:rPr>
              <a:t>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6. 알고리즘 ④ 검색 시 자동 펼침: DFS + markPath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매칭 leaf의 조상 경로를 openMap에 true로 표시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1572768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검색어 변경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31136" y="2286000"/>
            <a:ext cx="265175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68880" y="1874519"/>
            <a:ext cx="1572768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비어 있으면
openMap 초기화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59936" y="2286000"/>
            <a:ext cx="265176" cy="0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97680" y="1874519"/>
            <a:ext cx="1572768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tree 전체 DFS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88736" y="2286000"/>
            <a:ext cx="2651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26480" y="1874519"/>
            <a:ext cx="1572768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매칭 leaf 발견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17536" y="2286000"/>
            <a:ext cx="265176" cy="0"/>
          </a:xfrm>
          <a:prstGeom prst="line">
            <a:avLst/>
          </a:prstGeom>
          <a:ln w="1397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55279" y="1874519"/>
            <a:ext cx="1572768" cy="82296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markPath로
조상 key true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46336" y="2286000"/>
            <a:ext cx="2651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1874519"/>
            <a:ext cx="1572768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setOpenMap
한 번 호출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703320"/>
            <a:ext cx="2788920" cy="4114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예: “만료일” 매칭 경로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297680"/>
            <a:ext cx="2834640" cy="4114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80" b="1">
                <a:solidFill>
                  <a:srgbClr val="020617"/>
                </a:solidFill>
                <a:latin typeface="Noto Sans CJK KR"/>
              </a:rPr>
              <a:t>Identity &amp; Crypto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4828032"/>
            <a:ext cx="2834640" cy="4114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80" b="1">
                <a:solidFill>
                  <a:srgbClr val="020617"/>
                </a:solidFill>
                <a:latin typeface="Noto Sans CJK KR"/>
              </a:rPr>
              <a:t>Certificate Manager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5358384"/>
            <a:ext cx="2834640" cy="4114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80" b="1">
                <a:solidFill>
                  <a:srgbClr val="020617"/>
                </a:solidFill>
                <a:latin typeface="Noto Sans CJK KR"/>
              </a:rPr>
              <a:t>ACM 인증서 만료일 점검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4718304"/>
            <a:ext cx="411480" cy="109728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743200" y="5248656"/>
            <a:ext cx="411480" cy="109728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23560" y="3886200"/>
            <a:ext cx="516636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23560" y="3886200"/>
            <a:ext cx="5166360" cy="3931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왜 useEffect인가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4453128"/>
            <a:ext cx="4910328" cy="7589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80" b="0">
                <a:solidFill>
                  <a:srgbClr val="020617"/>
                </a:solidFill>
                <a:latin typeface="Noto Sans CJK KR"/>
              </a:rPr>
              <a:t>filteredTree는 렌더 중 useMemo로 계산하고, openMap 갱신은 검색어가 바뀐 뒤 화면을 맞추는 side effect로 한 번 수행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0" y="5532120"/>
            <a:ext cx="3291840" cy="29260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EF4444"/>
                </a:solidFill>
                <a:latin typeface="Noto Sans CJK KR"/>
              </a:rPr>
              <a:t>렌더 본문에서 setOpenMap을 반복 호출하지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CJK KR"/>
              </a:rPr>
              <a:t>Checkbox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7. 알고리즘 ⑤ 체크박스 트리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leaf 선택을 기준으로 그룹의 checked / indeterminate 상태를 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2971800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020617"/>
                </a:solidFill>
                <a:latin typeface="Noto Sans CJK KR"/>
              </a:rPr>
              <a:t>☑ checked
모든 하위 leaf 선택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783080"/>
            <a:ext cx="2971800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020617"/>
                </a:solidFill>
                <a:latin typeface="Noto Sans CJK KR"/>
              </a:rPr>
              <a:t>◩ indeterminate
일부 하위 leaf만 선택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83080"/>
            <a:ext cx="297180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020617"/>
                </a:solidFill>
                <a:latin typeface="Noto Sans CJK KR"/>
              </a:rPr>
              <a:t>☐ unchecked
선택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54680"/>
            <a:ext cx="3063240" cy="1874519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154680"/>
            <a:ext cx="306324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isChecked(node)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721608"/>
            <a:ext cx="2807208" cy="121615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leaf: checkedMap[policyId]
그룹: children.every(isChecked)
controlled input의 checked 값으로 사용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154680"/>
            <a:ext cx="3063240" cy="187451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80" y="3154680"/>
            <a:ext cx="3063240" cy="3931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isIndeterminate(node)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721608"/>
            <a:ext cx="2807208" cy="121615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자식 중 checked 개수 계산
0보다 크고 전체보다 작으면 true
DOM ref로 indeterminate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154680"/>
            <a:ext cx="3063240" cy="1874519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3154680"/>
            <a:ext cx="3063240" cy="39319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handleCheck(node)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721608"/>
            <a:ext cx="2807208" cy="121615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그룹 클릭 시 DFS로 하위 leaf 전체 전파
각 policyId를 true/false로 일괄 변경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8840" y="5532120"/>
            <a:ext cx="7863840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50" b="1">
                <a:solidFill>
                  <a:srgbClr val="020617"/>
                </a:solidFill>
                <a:latin typeface="Noto Sans CJK KR"/>
              </a:rPr>
              <a:t>그룹 체크의 의미는 “이 서브트리의 모든 leaf를 같은 상태로”이므로 DFS 전파가 자연스럽다.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Noto Sans CJK KR"/>
              </a:rPr>
              <a:t>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8. 알고리즘 ⑥ 하이라이트와 선택 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검색 결과는 읽기 쉽게 표시하고, 완전 선택 그룹은 all 태그로 압축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4983480" cy="1965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498348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하이라이트: interval merge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0008"/>
            <a:ext cx="4727448" cy="1307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검색어를 공백 단위 토큰으로 분리
각 토큰을 indexOf로 모든 위치 탐색
start 기준 정렬 후 겹치는 구간 병합
원문을 일반 span / highlight span으로 분리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096512"/>
            <a:ext cx="4526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20617"/>
                </a:solidFill>
                <a:latin typeface="Noto Sans CJK KR"/>
              </a:rPr>
              <a:t>액세스 키 90일 이내 교체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4169663"/>
            <a:ext cx="960120" cy="402336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20617"/>
                </a:solidFill>
                <a:latin typeface="Noto Sans CJK KR"/>
              </a:rPr>
              <a:t>액세스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9232" y="4169663"/>
            <a:ext cx="411480" cy="402336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20617"/>
                </a:solidFill>
                <a:latin typeface="Noto Sans CJK KR"/>
              </a:rPr>
              <a:t>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83080"/>
            <a:ext cx="4983480" cy="1965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1783080"/>
            <a:ext cx="498348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선택 태그: getTags 재귀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350008"/>
            <a:ext cx="4727448" cy="1307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leaf가 checked이면 경로 + 이름으로 개별 태그
그룹의 모든 자식이 checked이면 all(leafCount) 태그 생성
완전 선택 그룹은 하위로 더 내려가지 않아 중복 방지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096512"/>
            <a:ext cx="4526280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Identity &gt; Certificate Manager : all (2)   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736592"/>
            <a:ext cx="4526280" cy="457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Identity &gt; IAM &gt; IAM Config &gt; 액세스 키...   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5641848"/>
            <a:ext cx="3566160" cy="29260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850" b="1">
                <a:solidFill>
                  <a:srgbClr val="EF4444"/>
                </a:solidFill>
                <a:latin typeface="Noto Sans CJK KR"/>
              </a:rPr>
              <a:t>태그 X는 담긴 policyIds를 한 번에 false 처리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Noto Sans CJK KR"/>
              </a:rPr>
              <a:t>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9. App 연동: 상태 끌어올리기 + localStorage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FilterView의 선택 결과가 App을 거쳐 TableView와 저장소에 동기화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1627632" cy="84124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FilterView
checkedMap 변경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40280" y="2340864"/>
            <a:ext cx="256032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68879" y="1920240"/>
            <a:ext cx="1627632" cy="841248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ids 배열 전달
onChange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0" y="2340864"/>
            <a:ext cx="256031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3400" y="1920240"/>
            <a:ext cx="1627632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App
checkedPolicyIds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89320" y="2340864"/>
            <a:ext cx="256032" cy="0"/>
          </a:xfrm>
          <a:prstGeom prst="line">
            <a:avLst/>
          </a:prstGeom>
          <a:ln w="1397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17920" y="1920240"/>
            <a:ext cx="1627632" cy="84124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localStorage
저장/복원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2340864"/>
            <a:ext cx="256031" cy="0"/>
          </a:xfrm>
          <a:prstGeom prst="line">
            <a:avLst/>
          </a:prstGeom>
          <a:ln w="1397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92440" y="1920240"/>
            <a:ext cx="1627632" cy="84124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testData.filter
policyId 기준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38360" y="2340864"/>
            <a:ext cx="256032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59" y="1920240"/>
            <a:ext cx="1627632" cy="8412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020617"/>
                </a:solidFill>
                <a:latin typeface="Noto Sans CJK KR"/>
              </a:rPr>
              <a:t>TableView
tableData 렌더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886200"/>
            <a:ext cx="3063240" cy="12344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886200"/>
            <a:ext cx="306324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선택 0개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5" y="4453128"/>
            <a:ext cx="2807208" cy="5760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필터 없음으로 해석해 전체 testData를 TableView에 다시 표시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3886200"/>
            <a:ext cx="3063240" cy="12344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26280" y="3886200"/>
            <a:ext cx="3063240" cy="3931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새로고침 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4296" y="4453128"/>
            <a:ext cx="2807208" cy="5760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App의 useState lazy initializer가 localStorage를 최초 1회 읽음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886200"/>
            <a:ext cx="3063240" cy="123444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83879" y="3886200"/>
            <a:ext cx="3063240" cy="39319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의존성 안정화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4453128"/>
            <a:ext cx="2807208" cy="5760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handleFilterChange는 useCallback으로 자식 effect 의존성을 안정화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596128"/>
            <a:ext cx="84582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KR"/>
              </a:rPr>
              <a:t>선택 상태의 외부 표현은 checkedPolicyIds 배열 하나로 통일된다.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CJK KR"/>
              </a:rPr>
              <a:t>React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10. React 문법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알고리즘을 Hooks와 렌더링 패턴으로 명시적으로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274320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알고리즘/상태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74320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React 문법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21208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57984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makeTree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2157984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useMemo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57984"/>
            <a:ext cx="52120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originData 변경 시에만 flat → tree 계산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596896"/>
            <a:ext cx="27432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checkedMap 초기화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596896"/>
            <a:ext cx="27432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useState lazy init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596896"/>
            <a:ext cx="52120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defaultCheckedIds를 첫 마운트에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035808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토글/체크 변경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035808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setState(prev =&gt; next)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035808"/>
            <a:ext cx="52120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이전 상태 기준으로 안전하게 갱신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74720"/>
            <a:ext cx="27432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filteredTree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3474720"/>
            <a:ext cx="27432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useMemo([tree, keyword])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474720"/>
            <a:ext cx="52120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검색어 변화에만 표시 트리 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1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자동 펼침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3913631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useEffect([searchValue, tree])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913631"/>
            <a:ext cx="52120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검색 후 openMap을 한 번에 갱신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352544"/>
            <a:ext cx="27432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checkbox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4352544"/>
            <a:ext cx="27432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controlled input + ref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352544"/>
            <a:ext cx="52120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checked는 prop, indeterminate는 DOM property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791456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1">
                <a:solidFill>
                  <a:srgbClr val="020617"/>
                </a:solidFill>
                <a:latin typeface="Noto Sans CJK KR"/>
              </a:rPr>
              <a:t>동기화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4791456"/>
            <a:ext cx="274320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19" b="0">
                <a:solidFill>
                  <a:srgbClr val="020617"/>
                </a:solidFill>
                <a:latin typeface="Noto Sans CJK KR"/>
              </a:rPr>
              <a:t>props + useCallback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791456"/>
            <a:ext cx="52120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919" b="0">
                <a:solidFill>
                  <a:srgbClr val="020617"/>
                </a:solidFill>
                <a:latin typeface="Noto Sans CJK KR"/>
              </a:rPr>
              <a:t>FilterView → App → TableView 데이터 흐름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623560"/>
            <a:ext cx="8229600" cy="43891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50" b="1">
                <a:solidFill>
                  <a:srgbClr val="020617"/>
                </a:solidFill>
                <a:latin typeface="Noto Sans CJK KR"/>
              </a:rPr>
              <a:t>핵심: 계산(useMemo), 부수효과(useEffect), 상태 변경(useState)의 책임을 나누었다.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Noto Sans CJK KR"/>
              </a:rPr>
              <a:t>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11. 테스트로 검증한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알고리즘 단위보다 실제 사용자 흐름을 E2E에 가깝게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3246120" cy="2971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324612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검색 → leaf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395728"/>
            <a:ext cx="2990087" cy="2313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020617"/>
                </a:solidFill>
                <a:latin typeface="Noto Sans CJK KR"/>
              </a:rPr>
              <a:t>검색창에 “만료일” 입력
매칭 leaf 선택
선택 태그 생성 확인
TableView에 선택 정책만 남는지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246120" cy="29718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828800"/>
            <a:ext cx="3246120" cy="3931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태그 X → 복원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2395728"/>
            <a:ext cx="2990087" cy="2313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020617"/>
                </a:solidFill>
                <a:latin typeface="Noto Sans CJK KR"/>
              </a:rPr>
              <a:t>생성된 태그의 X 클릭
해당 policyId 선택 해제
태그 제거 확인
선택 0개에서 테이블 전체 복원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246120" cy="2971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1828800"/>
            <a:ext cx="324612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localStorage 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95728"/>
            <a:ext cx="2990087" cy="2313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020617"/>
                </a:solidFill>
                <a:latin typeface="Noto Sans CJK KR"/>
              </a:rPr>
              <a:t>선택 후 unmount
App 재렌더
저장된 policyId 배열을 lazy init으로 읽음
태그 복원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74519" y="5440680"/>
            <a:ext cx="84582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50" b="1">
                <a:solidFill>
                  <a:srgbClr val="020617"/>
                </a:solidFill>
                <a:latin typeface="Noto Sans CJK KR"/>
              </a:rPr>
              <a:t>검증 범위: 검색 UI, 체크 상태, 태그 삭제, 테이블 필터링, 새로고침 유지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Noto Sans CJK KR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996696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12. 마무리와 Q&amp;A 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51560"/>
            <a:ext cx="102412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KR"/>
              </a:rPr>
              <a:t>설계의 핵심은 원본 데이터와 UI 상태를 분리하는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17320"/>
            <a:ext cx="110185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Noto Sans CJK KR"/>
              </a:rPr>
              <a:t>react-test 과제 발표 | AWS 정책 필터링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83696" y="6382512"/>
            <a:ext cx="384048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KR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324612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3246120" cy="3931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설계 한 줄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350008"/>
            <a:ext cx="2990087" cy="1170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020617"/>
                </a:solidFill>
                <a:latin typeface="Noto Sans CJK KR"/>
              </a:rPr>
              <a:t>Flat 원본 + 파생 트리 + 분리된 UI state가 검색과 선택을 안정적으로 만든다.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83080"/>
            <a:ext cx="3246120" cy="1828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783080"/>
            <a:ext cx="3246120" cy="3931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잘 설명할 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2350008"/>
            <a:ext cx="2990087" cy="1170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왜 원본 데이터에 isOpen/isChecked를 넣지 않았는가
왜 checkedMap의 key를 policyId로 잡았는가
왜 filteredTree는 표시용으로만 쓰는가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783080"/>
            <a:ext cx="3246120" cy="1828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1783080"/>
            <a:ext cx="3246120" cy="3931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CJK KR"/>
              </a:rPr>
              <a:t>예상 질문 답변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50008"/>
            <a:ext cx="2990087" cy="1170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50" b="0">
                <a:solidFill>
                  <a:srgbClr val="020617"/>
                </a:solidFill>
                <a:latin typeface="Noto Sans CJK KR"/>
              </a:rPr>
              <a:t>선택 0개는 필터 없음
indeterminate는 ref로 처리
과제 규모라 전역 상태 라이브러리는 사용하지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434840"/>
            <a:ext cx="2377440" cy="65836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20617"/>
                </a:solidFill>
                <a:latin typeface="Noto Sans CJK KR"/>
              </a:rPr>
              <a:t>재귀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80" y="4434840"/>
            <a:ext cx="2377440" cy="65836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20617"/>
                </a:solidFill>
                <a:latin typeface="Noto Sans CJK KR"/>
              </a:rPr>
              <a:t>Map / includes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434840"/>
            <a:ext cx="2377440" cy="658368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020617"/>
                </a:solidFill>
                <a:latin typeface="Noto Sans CJK KR"/>
              </a:rPr>
              <a:t>useMemo / useEffect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4434840"/>
            <a:ext cx="2377440" cy="6583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020617"/>
                </a:solidFill>
                <a:latin typeface="Noto Sans CJK KR"/>
              </a:rPr>
              <a:t>controlled input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94560" y="5623560"/>
            <a:ext cx="781812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검색과 선택은 서로 다른 상태다. 분리하면 UI 흐름이 단순해진다.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react-test 과제 발표 자료</dc:title>
  <dc:subject>AWS 정책 필터링 UI React 과제 발표</dc:subject>
  <dc:creator>Cursor Agent</dc:creator>
  <cp:keywords/>
  <dc:description>Generated for react-test presentation preparation.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