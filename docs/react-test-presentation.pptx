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64008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97680"/>
            <a:ext cx="1920240" cy="1920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120640"/>
            <a:ext cx="2377440" cy="2377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332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500" b="1">
                <a:solidFill>
                  <a:srgbClr val="93C5FD"/>
                </a:solidFill>
                <a:latin typeface="Noto Sans CJK KR"/>
              </a:rPr>
              <a:t>React 과제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2412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Noto Sans CJK KR"/>
              </a:rPr>
              <a:t>react-test
AWS 정책 필터링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978408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700" b="0">
                <a:solidFill>
                  <a:srgbClr val="CBD5E1"/>
                </a:solidFill>
                <a:latin typeface="Noto Sans CJK KR"/>
              </a:rPr>
              <a:t>Vue 개발자의 관점에서 React Hooks 기반 상태 관리와 UI 동기화를 설계한 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1261872" cy="393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Noto Sans CJK KR"/>
              </a:rPr>
              <a:t>Tree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86200"/>
            <a:ext cx="1261872" cy="393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Noto Sans CJK KR"/>
              </a:rPr>
              <a:t>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886200"/>
            <a:ext cx="1261872" cy="393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Noto Sans CJK KR"/>
              </a:rPr>
              <a:t>Tags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886200"/>
            <a:ext cx="1261872" cy="393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Noto Sans CJK KR"/>
              </a:rPr>
              <a:t>Table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886200"/>
            <a:ext cx="1261872" cy="393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Noto Sans CJK KR"/>
              </a:rPr>
              <a:t>localStorage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0">
                <a:solidFill>
                  <a:srgbClr val="CBD5E1"/>
                </a:solidFill>
                <a:latin typeface="Noto Sans CJK KR"/>
              </a:rPr>
              <a:t>발표 포인트: 요구사항 이해 → 구조 설계 → 핵심 구현 → 검증 → 개선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1. 과제와 사용자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정책 데이터를 탐색하고 선택 결과를 테이블에 반영하는 필터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325880" cy="5669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검색어 입력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2112264"/>
            <a:ext cx="4389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87752" y="1828800"/>
            <a:ext cx="13258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트리 자동 펼침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13632" y="2112264"/>
            <a:ext cx="4389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43983" y="1828800"/>
            <a:ext cx="132588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정책 선택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9864" y="2112264"/>
            <a:ext cx="43891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216" y="1828800"/>
            <a:ext cx="132588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태그 생성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26096" y="2112264"/>
            <a:ext cx="4389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56448" y="1828800"/>
            <a:ext cx="132588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테이블 필터링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2328" y="2112264"/>
            <a:ext cx="43891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12680" y="1828800"/>
            <a:ext cx="1325880" cy="5669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선택 상태 복원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8036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880360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44952"/>
            <a:ext cx="315467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요구사항 관점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10712"/>
            <a:ext cx="3154679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AWS 정책 목록을 계층형 필터로 탐색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검색 결과를 하이라이트하고 경로를 자동으로 펼침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체크박스 선택 결과를 하단 태그와 테이블에 즉시 반영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새로고침 이후에도 선택 상태 유지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88036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2880360"/>
            <a:ext cx="73152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044952"/>
            <a:ext cx="292607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React 구현 관점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410712"/>
            <a:ext cx="2926079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컴포넌트: App, FilterView, TableView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상태: checkedPolicyIds, tableData, openMap, checkedMap, searchValue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파생 데이터: makeTree(), filteredTree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부모-자식 통신: props와 onChange callback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88036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880360"/>
            <a:ext cx="73152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044952"/>
            <a:ext cx="292607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발표 핵심 메시지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410712"/>
            <a:ext cx="2926079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원본 데이터와 UI 상태를 분리해서 복잡도를 낮춤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React Hooks로 계산/부수효과/상태 변경 지점을 명시화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Vue 경험을 React 방식으로 전환하며 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2. 프로젝트 구조와 역할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CRA 기반의 단순한 구조에서 App이 데이터 흐름의 중심 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749039" cy="36118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20824"/>
            <a:ext cx="3291839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파일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313432"/>
            <a:ext cx="3291839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src/
├─ App.js
├─ components/
│  ├─ filter.js
│  ├─ filter.css
│  ├─ table.js
│  └─ table.css
├─ data/
│  └─ test.js
└─ App.test.js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828800"/>
            <a:ext cx="2880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93207" y="202996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956816"/>
            <a:ext cx="2240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395728"/>
            <a:ext cx="2441448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선택된 policyId를 기준으로 tableData를 계산하고 localStorage 저장/복원을 담당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2880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93608" y="202996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56816"/>
            <a:ext cx="2240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FilterView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395728"/>
            <a:ext cx="2441448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트리 렌더링, 검색, 체크박스, 선택 태그, 체크 변경 callback 처리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3337560"/>
            <a:ext cx="2880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93207" y="353872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465576"/>
            <a:ext cx="2240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TableView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3904487"/>
            <a:ext cx="2441448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field 메타데이터와 data를 받아 정책 테이블 렌더링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337560"/>
            <a:ext cx="2880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93608" y="353872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3465576"/>
            <a:ext cx="2240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test.js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3904487"/>
            <a:ext cx="2441448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policyId, main, sub, minor, name으로 구성된 flat data와 컬럼 정의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5212080"/>
            <a:ext cx="1463040" cy="47548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testData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212080"/>
            <a:ext cx="150876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FilterView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5212080"/>
            <a:ext cx="1280160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7000" y="5212080"/>
            <a:ext cx="1097280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Table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0" y="5449824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12480" y="5449824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12680" y="5449824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12080" y="5806440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Noto Sans CJK KR"/>
              </a:rPr>
              <a:t>FilterView onChange(ids) → App에서 tableData 갱신 → TableView 렌더링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3. Flat Data를 Tree Filter로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테이블 친화적인 원본 데이터를 UI 렌더링에 맞는 계층 구조로 파생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886200" cy="30175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66544"/>
            <a:ext cx="3429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원본 데이터 형태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359152"/>
            <a:ext cx="34290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{
  policyId: 'AWS-ACM-002',
  main: 'Identity &amp; Crypto',
  sub: 'Certificate Manager',
  minor: null,
  name: 'ACM 인증서 만료일 점검'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3063240"/>
            <a:ext cx="13716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makeTree()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3346704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55080" y="3346704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920240"/>
            <a:ext cx="4343400" cy="30175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066544"/>
            <a:ext cx="3886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렌더링용 Tree 형태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2359152"/>
            <a:ext cx="38862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Identity &amp; Crypto
└─ Certificate Manager (2)
   ├─ ACM 인증서 투명성 로깅 설정
   └─ ACM 인증서 만료일 점검
Container
└─ EKS
   ├─ Control Plane Configuration
   └─ Managed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257800"/>
            <a:ext cx="3246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525780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422392"/>
            <a:ext cx="283463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핵심 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88152"/>
            <a:ext cx="283463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원본 데이터는 변경하지 않고 렌더링용 tree를 별도 계산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257800"/>
            <a:ext cx="3246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525780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5422392"/>
            <a:ext cx="283463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leafCount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788152"/>
            <a:ext cx="283463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그룹 라벨 옆 개수 표시와 all 태그 표현에 사용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5257800"/>
            <a:ext cx="3246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525780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5422392"/>
            <a:ext cx="283463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useMemo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788152"/>
            <a:ext cx="283463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data 변경 시에만 tree 재계산해서 불필요한 계산 방지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4. 상태 설계: 원본 데이터와 UI 상태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검색/체크/펼침 상태가 섞이지 않도록 책임을 나눔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66360" y="1938528"/>
            <a:ext cx="182880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원본 testData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" y="202996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56816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checkedMap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95728"/>
            <a:ext cx="2944368" cy="3383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policyId → boolean
leaf 체크 상태의 기준점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34472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374136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openMap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813048"/>
            <a:ext cx="2944368" cy="3383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main&gt;sub&gt;minor → boolean
트리 펼침/접힘 상태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02168" y="202996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56816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searchValue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395728"/>
            <a:ext cx="2944368" cy="3383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검색어 입력 상태
filteredTree 계산의 기준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2461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02168" y="344728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374136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Noto Sans CJK KR"/>
              </a:rPr>
              <a:t>tableData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813048"/>
            <a:ext cx="2944368" cy="3383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선택된 policyId를 기준으로
App에서 계산한 테이블 데이터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160520" y="2249424"/>
            <a:ext cx="1005840" cy="82296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160520" y="2560320"/>
            <a:ext cx="1005840" cy="1188719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5160" y="2249424"/>
            <a:ext cx="1005840" cy="8229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5160" y="2560320"/>
            <a:ext cx="1005840" cy="1188719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97280" y="4800600"/>
            <a:ext cx="9966960" cy="8961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4983480"/>
            <a:ext cx="9372600" cy="4023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Noto Sans CJK KR"/>
              </a:rPr>
              <a:t>“원본 데이터는 도메인 데이터로 유지하고, 화면의 상태는 Map 형태로 분리해서 동기화 경로를 단순하게 만들었습니다.”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5. 핵심 구현: 선택 상태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체크박스, 태그, 테이블, localStorage가 같은 선택 결과를 바라보게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73736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Checkbox Click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155448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checkedMap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828800"/>
            <a:ext cx="150876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onChange(ids)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164592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App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828800"/>
            <a:ext cx="1325880" cy="5669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52760" y="1828800"/>
            <a:ext cx="914400" cy="5669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Storage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112264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26280" y="2112264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112264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49640" y="2112264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32720" y="2112264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2834640"/>
            <a:ext cx="3337560" cy="192024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980944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FilterView →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273552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const ids = Object.keys(checkedMap)
  .filter((k) =&gt; checkedMap[k]);
onChange?.(ids);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834640"/>
            <a:ext cx="3337560" cy="192024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980944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App에서 tableData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3" y="3273552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if (!checkedPolicyIds.length) {
  setTableData(testData);
  return;
}
setTableData(
  testData.filter((item) =&gt;
    checkedPolicyIds.includes(item.policyId)
  )
);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834640"/>
            <a:ext cx="3337560" cy="192024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980944"/>
            <a:ext cx="28803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새로고침 복원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273552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localStorage.setItem(
  FILTER_STORAGE_KEY,
  JSON.stringify(checkedPolicyIds)
);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166360"/>
            <a:ext cx="2971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516636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330952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선택 0개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96712"/>
            <a:ext cx="2560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전체 데이터 복원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5166360"/>
            <a:ext cx="2971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16636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330952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선택 n개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696712"/>
            <a:ext cx="2560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선택된 policyId만 테이블 표시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5166360"/>
            <a:ext cx="2971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516636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5330952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선택 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696712"/>
            <a:ext cx="25603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X 클릭 시 해당 policyId 해제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6. 검색과 체크박스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보이는 결과와 선택 상태가 어긋나지 않도록 UI 동작을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" cy="2834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292607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검색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2926079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검색어를 소문자/공백 기준으로 정규화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filteredTree는 표시용 데이터로만 사용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검색어에 매칭되는 leaf 경로를 자동 open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라벨 내 검색어 위치를 span으로 분리해 하이라이트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7315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39112"/>
            <a:ext cx="292607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체크박스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04872"/>
            <a:ext cx="2926079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leaf는 policyId 단위로 토글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그룹 체크 시 하위 leaf 전체에 체크 전파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일부 선택 상태는 indeterminate UI로 표현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React prop이 아닌 DOM property라 ref로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337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73152" cy="2834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292607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태그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04872"/>
            <a:ext cx="2926079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개별 leaf 선택은 경로 전체를 태그로 표시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그룹 전체 선택은 all(n) 태그로 묶어 중복 제거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태그 삭제 시 대표 policyIds를 한 번에 해제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선택 개수: selected / total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074920"/>
            <a:ext cx="4892040" cy="8686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221224"/>
            <a:ext cx="44348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React에서 indeterminate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5513831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el.indeterminate = isIndeterminate(node);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074920"/>
            <a:ext cx="4892040" cy="8686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221224"/>
            <a:ext cx="44348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>
                <a:solidFill>
                  <a:srgbClr val="93C5FD"/>
                </a:solidFill>
                <a:latin typeface="Noto Sans CJK KR"/>
              </a:rPr>
              <a:t>검색 결과 파생 데이터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5513831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D2Coding"/>
              </a:rPr>
              <a:t>const filteredTree = useMemo(() =&gt; { ... }, [tree, normalizedSearchValue]);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Vue →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7. Vue 경험을 React 방식으로 전환한 부분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익숙한 개념을 React의 명시적인 상태 흐름과 Hooks로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4698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104698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56816"/>
            <a:ext cx="28346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Noto Sans CJK KR"/>
              </a:rPr>
              <a:t>Vue에서 익숙한 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56816"/>
            <a:ext cx="28346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Noto Sans CJK KR"/>
              </a:rPr>
              <a:t>React에서 사용한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56816"/>
            <a:ext cx="29260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Noto Sans CJK KR"/>
              </a:rPr>
              <a:t>이번 과제 적용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2423160"/>
            <a:ext cx="10433304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87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Noto Sans CJK KR"/>
              </a:rPr>
              <a:t>v-for / v-if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map(), 조건부 렌더링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87168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tree 노드와 테이블 row 렌더링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63239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Noto Sans CJK KR"/>
              </a:rPr>
              <a:t>computed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63239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useMemo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063239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makeTree, filteredTree 계산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3575303"/>
            <a:ext cx="10433304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639311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Noto Sans CJK KR"/>
              </a:rPr>
              <a:t>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39311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useEffect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639311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checkedMap 변경 시 App에 ids 전달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15383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Noto Sans CJK KR"/>
              </a:rPr>
              <a:t>props / emit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15383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props / callback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215383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FilterView → App onChange(ids)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" y="4727448"/>
            <a:ext cx="10433304" cy="484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791456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Noto Sans CJK KR"/>
              </a:rPr>
              <a:t>reactive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791456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useState + immutable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791456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KR"/>
              </a:rPr>
              <a:t>checkedMap, openMap, searchValue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715000"/>
            <a:ext cx="1001268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5833872"/>
            <a:ext cx="95554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065F46"/>
                </a:solidFill>
                <a:latin typeface="Noto Sans CJK KR"/>
              </a:rPr>
              <a:t>“컴포넌트 기반 사고는 Vue 경험으로 빠르게 이해했고, React에서는 상태 변화와 렌더링 흐름을 더 명시적으로 관리했습니다.”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8. 테스트와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주요 사용자 시나리오를 Testing Library 기반으로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3749039" cy="29260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148840"/>
            <a:ext cx="31546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93C5FD"/>
                </a:solidFill>
                <a:latin typeface="Noto Sans CJK KR"/>
              </a:rPr>
              <a:t>npm test -- --watchAll=false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88920"/>
            <a:ext cx="29718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400" b="1">
                <a:solidFill>
                  <a:srgbClr val="10B981"/>
                </a:solidFill>
                <a:latin typeface="Noto Sans CJK KR"/>
              </a:rPr>
              <a:t>PASS
4 / 4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41648"/>
            <a:ext cx="3063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0">
                <a:solidFill>
                  <a:srgbClr val="CBD5E1"/>
                </a:solidFill>
                <a:latin typeface="Noto Sans CJK KR"/>
              </a:rPr>
              <a:t>Test Suites: 1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874519"/>
            <a:ext cx="5989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1874519"/>
            <a:ext cx="73152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039112"/>
            <a:ext cx="55778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검증한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404872"/>
            <a:ext cx="55778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기본 UI 렌더링: 검색 input, 선택된 옵션, 정책ID 헤더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검색 → leaf 선택 → 태그 생성 → 선택된 정책만 테이블 표시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태그 X 클릭 → 선택 해제 → 테이블 전체 데이터 복원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선택 후 unmount/re-render → localStorage 기반 선택 상태 복원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16636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" y="536752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294376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Noto Sans CJK KR"/>
              </a:rPr>
              <a:t>현재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5733288"/>
            <a:ext cx="2715768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Noto Sans CJK KR"/>
              </a:rPr>
              <a:t>정적 데이터 기반 과제이므로 API 연동/비동기 상태는 제외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16636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44568" y="53675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5294376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Noto Sans CJK KR"/>
              </a:rPr>
              <a:t>추가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5733288"/>
            <a:ext cx="2715768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Noto Sans CJK KR"/>
              </a:rPr>
              <a:t>접근성, 키보드 조작, 컴포넌트 단위 테스트 보강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16636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536752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5294376"/>
            <a:ext cx="2514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Noto Sans CJK KR"/>
              </a:rPr>
              <a:t>확장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5733288"/>
            <a:ext cx="2715768" cy="1097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Noto Sans CJK KR"/>
              </a:rPr>
              <a:t>서버 데이터라면 React Query 등 fetching 도구 검토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1417320" cy="329184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KR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Noto Sans CJK KR"/>
              </a:rPr>
              <a:t>9. 회고와 Q&amp;A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50" b="0">
                <a:solidFill>
                  <a:srgbClr val="64748B"/>
                </a:solidFill>
                <a:latin typeface="Noto Sans CJK KR"/>
              </a:rPr>
              <a:t>React 초심자 관점이 아니라 “전환 과정과 설계 판단”을 중심으로 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73152" cy="2971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93392"/>
            <a:ext cx="283463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잘 설명할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9152"/>
            <a:ext cx="2834639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왜 원본 데이터와 UI 상태를 분리했는가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왜 App에 선택 결과를 올렸는가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useMemo/useEffect를 어떤 기준으로 사용했는가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검색 중 접힌 결과가 생기지 않도록 어떻게 처리했는가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73152" cy="2971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993392"/>
            <a:ext cx="283463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예상 질문 답변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59152"/>
            <a:ext cx="2834639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상태 기준점은 checkedMap, 외부 전달값은 policyId 배열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선택 0개는 “필터 없음”으로 해석해 전체 데이터 표시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indeterminate는 DOM property라 ref로 처리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과제 규모라 전역 상태 라이브러리는 사용하지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2971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93392"/>
            <a:ext cx="2834639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Noto Sans CJK KR"/>
              </a:rPr>
              <a:t>개선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59152"/>
            <a:ext cx="2834639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API 연동 시 로딩/에러/빈 상태 UI 추가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대량 데이터 대응: 가상 스크롤, 검색 최적화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접근성: aria-expanded, 키보드 이동</a:t>
            </a:r>
          </a:p>
          <a:p>
            <a:pPr>
              <a:spcAft>
                <a:spcPts val="500"/>
              </a:spcAft>
              <a:defRPr sz="1250">
                <a:solidFill>
                  <a:srgbClr val="475569"/>
                </a:solidFill>
                <a:latin typeface="Noto Sans CJK KR"/>
              </a:defRPr>
            </a:pPr>
            <a:r>
              <a:t>테스트: 그룹 체크, indeterminate, 검색 하이라이트 보강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349240"/>
            <a:ext cx="992124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532120"/>
            <a:ext cx="9281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핵심 메시지: Vue 경험을 바탕으로 React의 상태 흐름과 Hooks를 이해하고, 요구사항을 구조적으로 구현했습니다.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Noto Sans CJK KR"/>
              </a:rPr>
              <a:t>react-test 과제 발표 | AWS 정책 필터링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react-test 과제 발표 자료</dc:title>
  <dc:subject>AWS 정책 필터링 UI React 과제 발표</dc:subject>
  <dc:creator>Cursor Agent</dc:creator>
  <cp:keywords/>
  <dc:description>Generated for react-test presentation preparation.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